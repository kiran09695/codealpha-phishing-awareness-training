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8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9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1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9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58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5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1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01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6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9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6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1470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16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2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16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29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4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DDDCC-EFA9-4043-9A32-24558F391A3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25D31-9094-4C7A-9E94-C7B1CDBD0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486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Phishing Awareness Training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b="1" dirty="0" err="1" smtClean="0"/>
              <a:t>CodeAlpha</a:t>
            </a:r>
            <a:r>
              <a:rPr lang="en-US" sz="2000" b="1" dirty="0" smtClean="0"/>
              <a:t> Cyber Security Internship</a:t>
            </a:r>
          </a:p>
          <a:p>
            <a:endParaRPr lang="en-US" sz="2000" b="1" dirty="0"/>
          </a:p>
          <a:p>
            <a:r>
              <a:rPr lang="en-US" sz="2000" b="1" dirty="0" smtClean="0"/>
              <a:t>Intern : Kiran Mirani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21922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/>
              <a:t>What is Phishing?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Phishing is a cyber attack where hackers trick users into revealing sensitive information like passwords, OTPs, and bank details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2657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/>
              <a:t>Types of Phishing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3200" dirty="0" smtClean="0"/>
              <a:t>Email Phishing</a:t>
            </a:r>
          </a:p>
          <a:p>
            <a:r>
              <a:rPr lang="en-US" sz="3200" dirty="0" smtClean="0"/>
              <a:t> SMS Phishing </a:t>
            </a:r>
          </a:p>
          <a:p>
            <a:r>
              <a:rPr lang="en-US" sz="3200" dirty="0"/>
              <a:t> </a:t>
            </a:r>
            <a:r>
              <a:rPr lang="en-US" sz="3200" dirty="0" smtClean="0"/>
              <a:t>Website Phishing </a:t>
            </a:r>
          </a:p>
          <a:p>
            <a:r>
              <a:rPr lang="en-US" sz="3200" dirty="0"/>
              <a:t> </a:t>
            </a:r>
            <a:r>
              <a:rPr lang="en-US" sz="3200" dirty="0" smtClean="0"/>
              <a:t>Social Media Phishing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11785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/>
              <a:t>How to Identify Phishing?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3200" dirty="0" smtClean="0"/>
              <a:t>Suspicious email addresses </a:t>
            </a:r>
          </a:p>
          <a:p>
            <a:r>
              <a:rPr lang="en-US" sz="3200" dirty="0" smtClean="0"/>
              <a:t> Fake or shortened links </a:t>
            </a:r>
          </a:p>
          <a:p>
            <a:r>
              <a:rPr lang="en-US" sz="3200" dirty="0"/>
              <a:t> </a:t>
            </a:r>
            <a:r>
              <a:rPr lang="en-US" sz="3200" dirty="0" smtClean="0"/>
              <a:t>Urgent or threatening messages </a:t>
            </a:r>
          </a:p>
          <a:p>
            <a:r>
              <a:rPr lang="en-US" sz="3200" dirty="0" smtClean="0"/>
              <a:t> Spelling or grammar mistakes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71882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/>
              <a:t>How to Stay Safe?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Do not click unknown links  </a:t>
            </a:r>
          </a:p>
          <a:p>
            <a:r>
              <a:rPr lang="en-US" sz="3200" dirty="0" smtClean="0"/>
              <a:t>Verify website URLs </a:t>
            </a:r>
          </a:p>
          <a:p>
            <a:r>
              <a:rPr lang="en-US" sz="3200" dirty="0" smtClean="0"/>
              <a:t>Enable Two-Factor Authentication (2FA) </a:t>
            </a:r>
          </a:p>
          <a:p>
            <a:r>
              <a:rPr lang="en-US" sz="3200" dirty="0" smtClean="0"/>
              <a:t>Never share password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8614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Stay alert online  </a:t>
            </a:r>
          </a:p>
          <a:p>
            <a:r>
              <a:rPr lang="en-US" sz="3200" dirty="0" smtClean="0"/>
              <a:t>Think before clicking </a:t>
            </a:r>
          </a:p>
          <a:p>
            <a:r>
              <a:rPr lang="en-US" sz="3200" dirty="0" smtClean="0"/>
              <a:t>Awareness helps prevent cyber attacks.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2010800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</TotalTime>
  <Words>111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Vapor Trail</vt:lpstr>
      <vt:lpstr>Phishing Awareness Training</vt:lpstr>
      <vt:lpstr>What is Phishing?</vt:lpstr>
      <vt:lpstr>Types of Phishing</vt:lpstr>
      <vt:lpstr>How to Identify Phishing?</vt:lpstr>
      <vt:lpstr>How to Stay Safe?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Hussaini</dc:creator>
  <cp:lastModifiedBy>Hussaini</cp:lastModifiedBy>
  <cp:revision>2</cp:revision>
  <dcterms:created xsi:type="dcterms:W3CDTF">2026-06-12T08:47:18Z</dcterms:created>
  <dcterms:modified xsi:type="dcterms:W3CDTF">2026-06-12T08:54:26Z</dcterms:modified>
</cp:coreProperties>
</file>